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0902"/>
    <a:srgbClr val="B005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F36C-0767-87D6-299C-327258A9D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E76AA-5A56-9A17-527E-A501938E3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B18E6-B59D-AAC4-BDA7-73CDA390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2468A-E3DB-A380-CB1F-E158B12A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25BD7-BDEC-5611-1FDB-FE1DB2A8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4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21AF-E3C7-C0E9-3F92-613D36CA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EF0B-3E61-18FD-7EC7-9E4AAC1FF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CE2F-68CB-C85B-F011-CF03FE0D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82AC5-3A0C-E6C4-64E2-09D2917C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AA4A-8AD2-2B27-6736-0BDE2DB7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88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C06C-57C3-F4BA-48A1-5448EF4E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C79C6-4985-6E7E-C296-CEEF630C4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AF68F-E4E2-74E8-C80B-CCB42C54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B16A8-2EC4-987B-EAC9-5E8A6A90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5316-B4BE-18D5-CD28-16BA092D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8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F386-F4BC-67A2-FD9F-A1A7FC02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66ECE-59A8-A002-7736-5453CBABF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86520-4574-C27B-889C-E88BA078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45D77-EEFF-C87A-1B32-B1EE2D62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EAE39-C970-A62E-2E7E-2E49B126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D07EE-D130-A3BD-B053-CCC2AEF2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9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D36C-52A7-CD17-CFB2-D11DCB17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1B76F-C7FA-D938-5291-6A54A08D2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AC771-E41E-027C-286E-4215B28C2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C0A04-46ED-E172-AFFD-5A49CDAE5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68AA1-7C24-D6AE-1F51-8817DD542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FC91B-AB29-A91C-13EC-6D81723B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9B53F5-FEA0-4ACF-875B-1C959E9A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914E9-8232-F1F5-7194-151D5481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1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520D-BE76-A542-C4AA-71FB737A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7122C-C045-C855-6BDF-1908F73C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000A4-8F5F-7BF5-8C16-4445F8D4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A9AE5-5A2F-F6D7-9A2A-4D0A2952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9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B1823-636C-E7AA-F476-9FFB0CAD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E994C-D260-275B-09A0-F30FCB0D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D0323-066C-8119-173C-30830D83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6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7AD1-ADB1-48E4-4616-7651F88C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E145D-78A2-2A26-26CA-F6044BB5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68B1B-DD10-A537-7F5C-779D68D49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92ACC-1174-C355-2BCB-604CDEE5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D02F9-A707-D826-5F43-3B7C44D3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4F656-7849-657A-A1CB-78E6AF25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4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6D0B-7C1F-08C0-FCD4-7DA5FC752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0EB05-CE36-9242-EB97-A87DF0625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50FF2-B800-1AC6-4D52-549F868AC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16EB1-DC82-9A35-3896-F9A34B25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F7DB5-54BC-D8F0-2307-720A095A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24ACA-02DF-D86C-B4F8-8C44BA68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7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6DFE-E48F-0529-B0E4-A2355C59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221C2-D2A5-32FE-A8E4-D12C69BB5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56E9C-5FB4-2A1C-1CF2-EC07927D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ABD5-ED86-A1A3-3F29-80F4EE08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FA595-46DC-04F7-A010-DF10D754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BB81B-FCA8-13D0-4DA6-4B431062E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BC228-CD2F-9E87-1359-546CC70A5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9A719-8896-9804-6621-FC0C22B69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51D9-CCD5-147D-989B-63068348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B289-712B-460C-4DDF-042DF436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9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2CCEB-753F-8A45-BF37-06B3B566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DA8D0-60F2-89FA-11E2-854097DC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F3946-B01B-CAAB-F371-38A99CE65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66AD-4805-FA41-BAE6-748656547F3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8190-507A-11F3-244C-989BE1163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A2D24-911F-25B8-D2A6-3588F52DC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3E49-061A-D846-AE70-DF173F87F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4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FD22729-41BB-9E91-E9F7-E3305010120E}"/>
              </a:ext>
            </a:extLst>
          </p:cNvPr>
          <p:cNvGrpSpPr/>
          <p:nvPr/>
        </p:nvGrpSpPr>
        <p:grpSpPr>
          <a:xfrm>
            <a:off x="148448" y="9486"/>
            <a:ext cx="4785492" cy="3195092"/>
            <a:chOff x="735724" y="411710"/>
            <a:chExt cx="4785492" cy="3195092"/>
          </a:xfrm>
        </p:grpSpPr>
        <p:pic>
          <p:nvPicPr>
            <p:cNvPr id="6" name="Picture 5" descr="Lottery ticket design">
              <a:extLst>
                <a:ext uri="{FF2B5EF4-FFF2-40B4-BE49-F238E27FC236}">
                  <a16:creationId xmlns:a16="http://schemas.microsoft.com/office/drawing/2014/main" id="{1C8F4C89-A8A4-6630-E7CF-E9D2215B5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724" y="411710"/>
              <a:ext cx="4785492" cy="319032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A2759B5-E9B6-C4B5-605D-C7BE3BECD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670" y="1852583"/>
              <a:ext cx="1213173" cy="7299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37752C-9357-7531-AC18-4A82A9AD3460}"/>
                </a:ext>
              </a:extLst>
            </p:cNvPr>
            <p:cNvSpPr txBox="1"/>
            <p:nvPr/>
          </p:nvSpPr>
          <p:spPr>
            <a:xfrm>
              <a:off x="1099751" y="3237470"/>
              <a:ext cx="4077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Ask Edward or Charlie to collect!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7F6109-40CF-8125-550A-EDB9F8E717AD}"/>
                </a:ext>
              </a:extLst>
            </p:cNvPr>
            <p:cNvSpPr/>
            <p:nvPr/>
          </p:nvSpPr>
          <p:spPr>
            <a:xfrm flipV="1">
              <a:off x="3311265" y="1852582"/>
              <a:ext cx="1421373" cy="173925"/>
            </a:xfrm>
            <a:prstGeom prst="rect">
              <a:avLst/>
            </a:prstGeom>
            <a:solidFill>
              <a:srgbClr val="B00503"/>
            </a:solidFill>
            <a:ln>
              <a:solidFill>
                <a:srgbClr val="B005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7D283E-1A67-F2C2-DEDF-FBBBB014D8BD}"/>
                </a:ext>
              </a:extLst>
            </p:cNvPr>
            <p:cNvSpPr txBox="1"/>
            <p:nvPr/>
          </p:nvSpPr>
          <p:spPr>
            <a:xfrm>
              <a:off x="3473181" y="2262656"/>
              <a:ext cx="1097843" cy="461665"/>
            </a:xfrm>
            <a:prstGeom prst="rect">
              <a:avLst/>
            </a:prstGeom>
            <a:solidFill>
              <a:srgbClr val="A00902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£1000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C57DF1-578A-CA8E-445F-40CEAA93AA2E}"/>
              </a:ext>
            </a:extLst>
          </p:cNvPr>
          <p:cNvGrpSpPr/>
          <p:nvPr/>
        </p:nvGrpSpPr>
        <p:grpSpPr>
          <a:xfrm>
            <a:off x="79822" y="3190328"/>
            <a:ext cx="4785492" cy="3195092"/>
            <a:chOff x="735724" y="411710"/>
            <a:chExt cx="4785492" cy="3195092"/>
          </a:xfrm>
        </p:grpSpPr>
        <p:pic>
          <p:nvPicPr>
            <p:cNvPr id="14" name="Picture 13" descr="Lottery ticket design">
              <a:extLst>
                <a:ext uri="{FF2B5EF4-FFF2-40B4-BE49-F238E27FC236}">
                  <a16:creationId xmlns:a16="http://schemas.microsoft.com/office/drawing/2014/main" id="{798B8BD9-D7F7-285B-05CB-CFA222366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724" y="411710"/>
              <a:ext cx="4785492" cy="319032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99C28DD-473B-5671-16FC-F40694AAA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670" y="1852583"/>
              <a:ext cx="1213173" cy="72997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BECBF3-2676-48BA-1623-B8F49BBA7FE4}"/>
                </a:ext>
              </a:extLst>
            </p:cNvPr>
            <p:cNvSpPr txBox="1"/>
            <p:nvPr/>
          </p:nvSpPr>
          <p:spPr>
            <a:xfrm>
              <a:off x="1099751" y="3237470"/>
              <a:ext cx="4077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Ask Edward or Charlie to collect!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970FC6-5727-077E-5CE0-AA9C24A17616}"/>
                </a:ext>
              </a:extLst>
            </p:cNvPr>
            <p:cNvSpPr/>
            <p:nvPr/>
          </p:nvSpPr>
          <p:spPr>
            <a:xfrm flipV="1">
              <a:off x="3311265" y="1852582"/>
              <a:ext cx="1421373" cy="173925"/>
            </a:xfrm>
            <a:prstGeom prst="rect">
              <a:avLst/>
            </a:prstGeom>
            <a:solidFill>
              <a:srgbClr val="B00503"/>
            </a:solidFill>
            <a:ln>
              <a:solidFill>
                <a:srgbClr val="B005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029548-2CE8-2951-30D1-62296BCE02D8}"/>
                </a:ext>
              </a:extLst>
            </p:cNvPr>
            <p:cNvSpPr txBox="1"/>
            <p:nvPr/>
          </p:nvSpPr>
          <p:spPr>
            <a:xfrm>
              <a:off x="3473181" y="2262656"/>
              <a:ext cx="1097843" cy="461665"/>
            </a:xfrm>
            <a:prstGeom prst="rect">
              <a:avLst/>
            </a:prstGeom>
            <a:solidFill>
              <a:srgbClr val="A00902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£1000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B8844-A3AA-3E96-59BF-281D41F240C1}"/>
              </a:ext>
            </a:extLst>
          </p:cNvPr>
          <p:cNvGrpSpPr/>
          <p:nvPr/>
        </p:nvGrpSpPr>
        <p:grpSpPr>
          <a:xfrm>
            <a:off x="4865314" y="3190328"/>
            <a:ext cx="4785492" cy="3195092"/>
            <a:chOff x="735724" y="411710"/>
            <a:chExt cx="4785492" cy="3195092"/>
          </a:xfrm>
        </p:grpSpPr>
        <p:pic>
          <p:nvPicPr>
            <p:cNvPr id="20" name="Picture 19" descr="Lottery ticket design">
              <a:extLst>
                <a:ext uri="{FF2B5EF4-FFF2-40B4-BE49-F238E27FC236}">
                  <a16:creationId xmlns:a16="http://schemas.microsoft.com/office/drawing/2014/main" id="{4D0D141E-62C7-D521-FBA6-38AE4EB5C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724" y="411710"/>
              <a:ext cx="4785492" cy="319032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0C38700-CF5F-AB6A-9763-DD86A7697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670" y="1852583"/>
              <a:ext cx="1213173" cy="729979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0F41D18-C679-5407-C93E-2E4508139E91}"/>
                </a:ext>
              </a:extLst>
            </p:cNvPr>
            <p:cNvSpPr txBox="1"/>
            <p:nvPr/>
          </p:nvSpPr>
          <p:spPr>
            <a:xfrm>
              <a:off x="1099751" y="3237470"/>
              <a:ext cx="4077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Ask Edward or Charlie to collect!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8541B7-F136-D964-C0E0-BD7E5837C76C}"/>
                </a:ext>
              </a:extLst>
            </p:cNvPr>
            <p:cNvSpPr/>
            <p:nvPr/>
          </p:nvSpPr>
          <p:spPr>
            <a:xfrm flipV="1">
              <a:off x="3311265" y="1852582"/>
              <a:ext cx="1421373" cy="173925"/>
            </a:xfrm>
            <a:prstGeom prst="rect">
              <a:avLst/>
            </a:prstGeom>
            <a:solidFill>
              <a:srgbClr val="B00503"/>
            </a:solidFill>
            <a:ln>
              <a:solidFill>
                <a:srgbClr val="B005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648590-3A02-B253-3EC5-5766F5458BCD}"/>
                </a:ext>
              </a:extLst>
            </p:cNvPr>
            <p:cNvSpPr txBox="1"/>
            <p:nvPr/>
          </p:nvSpPr>
          <p:spPr>
            <a:xfrm>
              <a:off x="3473181" y="2262656"/>
              <a:ext cx="1097843" cy="461665"/>
            </a:xfrm>
            <a:prstGeom prst="rect">
              <a:avLst/>
            </a:prstGeom>
            <a:solidFill>
              <a:srgbClr val="A00902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£1000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36BB3F-26F4-8645-93A5-7BF426BC43FE}"/>
              </a:ext>
            </a:extLst>
          </p:cNvPr>
          <p:cNvGrpSpPr/>
          <p:nvPr/>
        </p:nvGrpSpPr>
        <p:grpSpPr>
          <a:xfrm>
            <a:off x="4875460" y="56139"/>
            <a:ext cx="4785492" cy="3195092"/>
            <a:chOff x="735724" y="411710"/>
            <a:chExt cx="4785492" cy="3195092"/>
          </a:xfrm>
        </p:grpSpPr>
        <p:pic>
          <p:nvPicPr>
            <p:cNvPr id="26" name="Picture 25" descr="Lottery ticket design">
              <a:extLst>
                <a:ext uri="{FF2B5EF4-FFF2-40B4-BE49-F238E27FC236}">
                  <a16:creationId xmlns:a16="http://schemas.microsoft.com/office/drawing/2014/main" id="{2236F1E1-60F8-930F-6899-1F1C71265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724" y="411710"/>
              <a:ext cx="4785492" cy="319032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733F3C1-3AE1-1714-ADFC-244A9A5A7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8670" y="1852583"/>
              <a:ext cx="1213173" cy="729979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EF5021-0FBF-B3A2-59BA-65948F1947D5}"/>
                </a:ext>
              </a:extLst>
            </p:cNvPr>
            <p:cNvSpPr txBox="1"/>
            <p:nvPr/>
          </p:nvSpPr>
          <p:spPr>
            <a:xfrm>
              <a:off x="1099751" y="3237470"/>
              <a:ext cx="4077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Ask Edward or Charlie to collect!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F5F762-1423-37EA-D290-80377B110151}"/>
                </a:ext>
              </a:extLst>
            </p:cNvPr>
            <p:cNvSpPr/>
            <p:nvPr/>
          </p:nvSpPr>
          <p:spPr>
            <a:xfrm flipV="1">
              <a:off x="3311265" y="1852582"/>
              <a:ext cx="1421373" cy="173925"/>
            </a:xfrm>
            <a:prstGeom prst="rect">
              <a:avLst/>
            </a:prstGeom>
            <a:solidFill>
              <a:srgbClr val="B00503"/>
            </a:solidFill>
            <a:ln>
              <a:solidFill>
                <a:srgbClr val="B0050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5B97A6-0217-3F21-9E7B-3AB8A1A1EB58}"/>
                </a:ext>
              </a:extLst>
            </p:cNvPr>
            <p:cNvSpPr txBox="1"/>
            <p:nvPr/>
          </p:nvSpPr>
          <p:spPr>
            <a:xfrm>
              <a:off x="3473181" y="2262656"/>
              <a:ext cx="1097843" cy="461665"/>
            </a:xfrm>
            <a:prstGeom prst="rect">
              <a:avLst/>
            </a:prstGeom>
            <a:solidFill>
              <a:srgbClr val="A00902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£1000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79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3C60724-0415-F8B7-82D7-17AE2D3F7A78}"/>
              </a:ext>
            </a:extLst>
          </p:cNvPr>
          <p:cNvGrpSpPr/>
          <p:nvPr/>
        </p:nvGrpSpPr>
        <p:grpSpPr>
          <a:xfrm>
            <a:off x="5074508" y="-1"/>
            <a:ext cx="4744995" cy="3311611"/>
            <a:chOff x="0" y="0"/>
            <a:chExt cx="7715250" cy="5143500"/>
          </a:xfrm>
        </p:grpSpPr>
        <p:pic>
          <p:nvPicPr>
            <p:cNvPr id="14" name="Picture 13" descr="Lottery ticket losing version">
              <a:extLst>
                <a:ext uri="{FF2B5EF4-FFF2-40B4-BE49-F238E27FC236}">
                  <a16:creationId xmlns:a16="http://schemas.microsoft.com/office/drawing/2014/main" id="{D64D4B1E-4E10-B8C8-550F-D0E47D055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715250" cy="51435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A9B779C-EF19-68CC-E139-847EA8B12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6810" y="2364759"/>
              <a:ext cx="1768693" cy="106424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63B3026-7808-D8F0-7EFC-22364B773DF7}"/>
              </a:ext>
            </a:extLst>
          </p:cNvPr>
          <p:cNvGrpSpPr/>
          <p:nvPr/>
        </p:nvGrpSpPr>
        <p:grpSpPr>
          <a:xfrm>
            <a:off x="0" y="-1"/>
            <a:ext cx="4744995" cy="3435855"/>
            <a:chOff x="0" y="0"/>
            <a:chExt cx="7715250" cy="5143500"/>
          </a:xfrm>
        </p:grpSpPr>
        <p:pic>
          <p:nvPicPr>
            <p:cNvPr id="4" name="Picture 3" descr="Lottery ticket losing version">
              <a:extLst>
                <a:ext uri="{FF2B5EF4-FFF2-40B4-BE49-F238E27FC236}">
                  <a16:creationId xmlns:a16="http://schemas.microsoft.com/office/drawing/2014/main" id="{FC74EF50-86C6-45D2-AA9A-94B640952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715250" cy="5143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0CBEF0-B1E5-41ED-2C4A-16B0C21AF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6810" y="2364759"/>
              <a:ext cx="1768693" cy="1064241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CFADB5-DB5C-AC8A-C19F-183EDEC75BD7}"/>
              </a:ext>
            </a:extLst>
          </p:cNvPr>
          <p:cNvGrpSpPr/>
          <p:nvPr/>
        </p:nvGrpSpPr>
        <p:grpSpPr>
          <a:xfrm>
            <a:off x="-44666" y="3750983"/>
            <a:ext cx="4744995" cy="3311610"/>
            <a:chOff x="0" y="0"/>
            <a:chExt cx="7715250" cy="5143500"/>
          </a:xfrm>
        </p:grpSpPr>
        <p:pic>
          <p:nvPicPr>
            <p:cNvPr id="8" name="Picture 7" descr="Lottery ticket losing version">
              <a:extLst>
                <a:ext uri="{FF2B5EF4-FFF2-40B4-BE49-F238E27FC236}">
                  <a16:creationId xmlns:a16="http://schemas.microsoft.com/office/drawing/2014/main" id="{52B37C0E-3B10-1C1C-D74A-2F1AF3239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715250" cy="5143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0C63C5-1363-C4F9-66E4-7644AAA82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6810" y="2364759"/>
              <a:ext cx="1768693" cy="106424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3C3481-FCBE-AD79-7EAC-7314261C3DF5}"/>
              </a:ext>
            </a:extLst>
          </p:cNvPr>
          <p:cNvGrpSpPr/>
          <p:nvPr/>
        </p:nvGrpSpPr>
        <p:grpSpPr>
          <a:xfrm>
            <a:off x="5074507" y="3116218"/>
            <a:ext cx="4744995" cy="3435855"/>
            <a:chOff x="0" y="0"/>
            <a:chExt cx="7715250" cy="5143500"/>
          </a:xfrm>
        </p:grpSpPr>
        <p:pic>
          <p:nvPicPr>
            <p:cNvPr id="11" name="Picture 10" descr="Lottery ticket losing version">
              <a:extLst>
                <a:ext uri="{FF2B5EF4-FFF2-40B4-BE49-F238E27FC236}">
                  <a16:creationId xmlns:a16="http://schemas.microsoft.com/office/drawing/2014/main" id="{0495D07D-C5E1-8017-885E-8DF963CB6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715250" cy="51435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040E83-CB1E-5799-2EF7-2B478EE5B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6810" y="2364759"/>
              <a:ext cx="1768693" cy="10642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070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36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White</dc:creator>
  <cp:lastModifiedBy>Edward White</cp:lastModifiedBy>
  <cp:revision>2</cp:revision>
  <dcterms:created xsi:type="dcterms:W3CDTF">2026-06-24T15:19:34Z</dcterms:created>
  <dcterms:modified xsi:type="dcterms:W3CDTF">2026-06-24T16:04:09Z</dcterms:modified>
</cp:coreProperties>
</file>